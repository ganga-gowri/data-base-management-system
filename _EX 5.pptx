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2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9cb32bc64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9cb32bc64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9cb32bc642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9cb32bc642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9cb32bc642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9cb32bc642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9cb32bc642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9cb32bc642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a6b11a4bb5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a6b11a4bb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a6b11a4bb5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a6b11a4bb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a6b11a4bb5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a6b11a4bb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80800" y="0"/>
            <a:ext cx="8520600" cy="15015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SzPts val="990"/>
              <a:buNone/>
            </a:pPr>
            <a:r>
              <a:rPr lang="en" sz="3750"/>
              <a:t>DATABASE MANAGEMENT SYSTEM</a:t>
            </a:r>
            <a:endParaRPr sz="3750"/>
          </a:p>
          <a:p>
            <a:pPr marL="0" lvl="0" indent="0" algn="ctr" rtl="0">
              <a:spcBef>
                <a:spcPts val="0"/>
              </a:spcBef>
              <a:spcAft>
                <a:spcPts val="0"/>
              </a:spcAft>
              <a:buClr>
                <a:schemeClr val="dk1"/>
              </a:buClr>
              <a:buSzPts val="990"/>
              <a:buFont typeface="Arial"/>
              <a:buNone/>
            </a:pPr>
            <a:r>
              <a:rPr lang="en" sz="3750"/>
              <a:t>CS23332</a:t>
            </a:r>
            <a:endParaRPr sz="3750"/>
          </a:p>
        </p:txBody>
      </p:sp>
      <p:sp>
        <p:nvSpPr>
          <p:cNvPr id="55" name="Google Shape;55;p13"/>
          <p:cNvSpPr txBox="1">
            <a:spLocks noGrp="1"/>
          </p:cNvSpPr>
          <p:nvPr>
            <p:ph type="subTitle" idx="1"/>
          </p:nvPr>
        </p:nvSpPr>
        <p:spPr>
          <a:xfrm>
            <a:off x="377150" y="2064600"/>
            <a:ext cx="8520600" cy="1014300"/>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a:t>EXERCISE 5</a:t>
            </a:r>
            <a:endParaRPr/>
          </a:p>
          <a:p>
            <a:pPr marL="0" lvl="0" indent="0" algn="ctr" rtl="0">
              <a:spcBef>
                <a:spcPts val="0"/>
              </a:spcBef>
              <a:spcAft>
                <a:spcPts val="0"/>
              </a:spcAft>
              <a:buNone/>
            </a:pPr>
            <a:r>
              <a:rPr lang="en"/>
              <a:t> RESTRICTING AND SORTING DATA</a:t>
            </a:r>
            <a:endParaRPr/>
          </a:p>
        </p:txBody>
      </p:sp>
      <p:sp>
        <p:nvSpPr>
          <p:cNvPr id="56" name="Google Shape;56;p13"/>
          <p:cNvSpPr txBox="1"/>
          <p:nvPr/>
        </p:nvSpPr>
        <p:spPr>
          <a:xfrm>
            <a:off x="1162700" y="3642000"/>
            <a:ext cx="7538700" cy="73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dirty="0">
                <a:solidFill>
                  <a:schemeClr val="dk2"/>
                </a:solidFill>
              </a:rPr>
              <a:t> </a:t>
            </a:r>
            <a:r>
              <a:rPr lang="en" sz="1800" b="1" dirty="0">
                <a:solidFill>
                  <a:schemeClr val="dk1"/>
                </a:solidFill>
                <a:highlight>
                  <a:schemeClr val="lt1"/>
                </a:highlight>
              </a:rPr>
              <a:t>GANGA GOWRI  P</a:t>
            </a:r>
            <a:endParaRPr sz="1800" b="1" dirty="0">
              <a:solidFill>
                <a:schemeClr val="dk1"/>
              </a:solidFill>
              <a:highlight>
                <a:schemeClr val="lt1"/>
              </a:highlight>
            </a:endParaRPr>
          </a:p>
          <a:p>
            <a:pPr marL="0" lvl="0" indent="0" algn="r" rtl="0">
              <a:spcBef>
                <a:spcPts val="0"/>
              </a:spcBef>
              <a:spcAft>
                <a:spcPts val="0"/>
              </a:spcAft>
              <a:buNone/>
            </a:pPr>
            <a:r>
              <a:rPr lang="en" sz="1800" b="1">
                <a:solidFill>
                  <a:schemeClr val="dk1"/>
                </a:solidFill>
                <a:highlight>
                  <a:schemeClr val="lt1"/>
                </a:highlight>
              </a:rPr>
              <a:t>241801070</a:t>
            </a:r>
            <a:endParaRPr sz="1800" b="1" dirty="0">
              <a:solidFill>
                <a:schemeClr val="dk1"/>
              </a:solidFill>
              <a:highlight>
                <a:schemeClr val="lt1"/>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ctrTitle"/>
          </p:nvPr>
        </p:nvSpPr>
        <p:spPr>
          <a:xfrm>
            <a:off x="-91975" y="297900"/>
            <a:ext cx="9236100"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1900"/>
              <a:t> 1. Create a query to display the last name and salary of employees earning more                than 12000.</a:t>
            </a:r>
            <a:endParaRPr sz="1900"/>
          </a:p>
        </p:txBody>
      </p:sp>
      <p:sp>
        <p:nvSpPr>
          <p:cNvPr id="62" name="Google Shape;62;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63" name="Google Shape;63;p14"/>
          <p:cNvPicPr preferRelativeResize="0"/>
          <p:nvPr/>
        </p:nvPicPr>
        <p:blipFill rotWithShape="1">
          <a:blip r:embed="rId3">
            <a:alphaModFix/>
          </a:blip>
          <a:srcRect t="24253" b="18462"/>
          <a:stretch/>
        </p:blipFill>
        <p:spPr>
          <a:xfrm>
            <a:off x="0" y="1363050"/>
            <a:ext cx="9144001" cy="2944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ctrTitle"/>
          </p:nvPr>
        </p:nvSpPr>
        <p:spPr>
          <a:xfrm>
            <a:off x="52225" y="169700"/>
            <a:ext cx="9091800" cy="11880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sz="2022"/>
              <a:t>2. Create a query to display the employee last name and department number for employee number 176.</a:t>
            </a:r>
            <a:endParaRPr sz="2022"/>
          </a:p>
          <a:p>
            <a:pPr marL="0" lvl="0" indent="0" algn="ctr" rtl="0">
              <a:spcBef>
                <a:spcPts val="0"/>
              </a:spcBef>
              <a:spcAft>
                <a:spcPts val="0"/>
              </a:spcAft>
              <a:buNone/>
            </a:pPr>
            <a:endParaRPr sz="1800"/>
          </a:p>
        </p:txBody>
      </p:sp>
      <p:pic>
        <p:nvPicPr>
          <p:cNvPr id="69" name="Google Shape;69;p15"/>
          <p:cNvPicPr preferRelativeResize="0"/>
          <p:nvPr/>
        </p:nvPicPr>
        <p:blipFill rotWithShape="1">
          <a:blip r:embed="rId3">
            <a:alphaModFix/>
          </a:blip>
          <a:srcRect t="34257" b="42634"/>
          <a:stretch/>
        </p:blipFill>
        <p:spPr>
          <a:xfrm>
            <a:off x="195825" y="1143300"/>
            <a:ext cx="8890201" cy="1188000"/>
          </a:xfrm>
          <a:prstGeom prst="rect">
            <a:avLst/>
          </a:prstGeom>
          <a:noFill/>
          <a:ln>
            <a:noFill/>
          </a:ln>
        </p:spPr>
      </p:pic>
      <p:sp>
        <p:nvSpPr>
          <p:cNvPr id="70" name="Google Shape;70;p15"/>
          <p:cNvSpPr txBox="1"/>
          <p:nvPr/>
        </p:nvSpPr>
        <p:spPr>
          <a:xfrm>
            <a:off x="195825" y="2506475"/>
            <a:ext cx="88902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3. Display the employee last name, job ID, and start date of employees hired between February 20,1998 and May 1,1998.order the query in ascending order by start date.(hints: between)</a:t>
            </a:r>
            <a:endParaRPr/>
          </a:p>
        </p:txBody>
      </p:sp>
      <p:pic>
        <p:nvPicPr>
          <p:cNvPr id="71" name="Google Shape;71;p15"/>
          <p:cNvPicPr preferRelativeResize="0"/>
          <p:nvPr/>
        </p:nvPicPr>
        <p:blipFill rotWithShape="1">
          <a:blip r:embed="rId4">
            <a:alphaModFix/>
          </a:blip>
          <a:srcRect t="15457" b="41122"/>
          <a:stretch/>
        </p:blipFill>
        <p:spPr>
          <a:xfrm>
            <a:off x="0" y="3522275"/>
            <a:ext cx="9144001" cy="1280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ctrTitle"/>
          </p:nvPr>
        </p:nvSpPr>
        <p:spPr>
          <a:xfrm>
            <a:off x="0" y="117500"/>
            <a:ext cx="9072900" cy="1657800"/>
          </a:xfrm>
          <a:prstGeom prst="rect">
            <a:avLst/>
          </a:prstGeom>
        </p:spPr>
        <p:txBody>
          <a:bodyPr spcFirstLastPara="1" wrap="square" lIns="91425" tIns="91425" rIns="91425" bIns="91425" anchor="b" anchorCtr="0">
            <a:normAutofit/>
          </a:bodyPr>
          <a:lstStyle/>
          <a:p>
            <a:pPr marL="0" lvl="0" indent="0" algn="l" rtl="0">
              <a:lnSpc>
                <a:spcPct val="80000"/>
              </a:lnSpc>
              <a:spcBef>
                <a:spcPts val="0"/>
              </a:spcBef>
              <a:spcAft>
                <a:spcPts val="0"/>
              </a:spcAft>
              <a:buClr>
                <a:schemeClr val="dk1"/>
              </a:buClr>
              <a:buSzPts val="605"/>
              <a:buFont typeface="Arial"/>
              <a:buNone/>
            </a:pPr>
            <a:r>
              <a:rPr lang="en" sz="1840"/>
              <a:t>4. Create a query to display the last name and salary of employees whose salary is not in the range of 5000 and 12000. (hints: not between )</a:t>
            </a:r>
            <a:endParaRPr sz="1840"/>
          </a:p>
          <a:p>
            <a:pPr marL="0" lvl="0" indent="0" algn="ctr" rtl="0">
              <a:spcBef>
                <a:spcPts val="0"/>
              </a:spcBef>
              <a:spcAft>
                <a:spcPts val="0"/>
              </a:spcAft>
              <a:buNone/>
            </a:pPr>
            <a:endParaRPr/>
          </a:p>
        </p:txBody>
      </p:sp>
      <p:sp>
        <p:nvSpPr>
          <p:cNvPr id="77" name="Google Shape;77;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78" name="Google Shape;78;p16"/>
          <p:cNvPicPr preferRelativeResize="0"/>
          <p:nvPr/>
        </p:nvPicPr>
        <p:blipFill rotWithShape="1">
          <a:blip r:embed="rId3">
            <a:alphaModFix/>
          </a:blip>
          <a:srcRect t="32476" b="21306"/>
          <a:stretch/>
        </p:blipFill>
        <p:spPr>
          <a:xfrm>
            <a:off x="91375" y="1250775"/>
            <a:ext cx="8981525" cy="2375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ctrTitle"/>
          </p:nvPr>
        </p:nvSpPr>
        <p:spPr>
          <a:xfrm>
            <a:off x="0" y="0"/>
            <a:ext cx="9216600" cy="1762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sz="1800"/>
              <a:t>5. Display the last name and department number of all employees in departments 20 and 50 in alphabetical order by name.(hints: in, ord</a:t>
            </a:r>
            <a:r>
              <a:rPr lang="en" sz="2000"/>
              <a:t>erby)</a:t>
            </a:r>
            <a:endParaRPr sz="2000"/>
          </a:p>
          <a:p>
            <a:pPr marL="0" lvl="0" indent="0" algn="ctr" rtl="0">
              <a:spcBef>
                <a:spcPts val="0"/>
              </a:spcBef>
              <a:spcAft>
                <a:spcPts val="0"/>
              </a:spcAft>
              <a:buNone/>
            </a:pPr>
            <a:endParaRPr/>
          </a:p>
        </p:txBody>
      </p:sp>
      <p:pic>
        <p:nvPicPr>
          <p:cNvPr id="84" name="Google Shape;84;p17"/>
          <p:cNvPicPr preferRelativeResize="0"/>
          <p:nvPr/>
        </p:nvPicPr>
        <p:blipFill>
          <a:blip r:embed="rId3">
            <a:alphaModFix/>
          </a:blip>
          <a:stretch>
            <a:fillRect/>
          </a:stretch>
        </p:blipFill>
        <p:spPr>
          <a:xfrm>
            <a:off x="790950" y="1398050"/>
            <a:ext cx="6642676" cy="3198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ctrTitle"/>
          </p:nvPr>
        </p:nvSpPr>
        <p:spPr>
          <a:xfrm>
            <a:off x="0" y="0"/>
            <a:ext cx="9144000" cy="1154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sz="1800"/>
              <a:t>6. Display the last name and salary of all employees who earn between 5000 and 12000 and are in departments 20 and 50 in alphabetical order by name. Label the columns EMPLOYEE,MONTHLY SALARY respectively.(hints: between, in)</a:t>
            </a:r>
            <a:endParaRPr sz="1800"/>
          </a:p>
        </p:txBody>
      </p:sp>
      <p:pic>
        <p:nvPicPr>
          <p:cNvPr id="90" name="Google Shape;90;p18"/>
          <p:cNvPicPr preferRelativeResize="0"/>
          <p:nvPr/>
        </p:nvPicPr>
        <p:blipFill>
          <a:blip r:embed="rId3">
            <a:alphaModFix/>
          </a:blip>
          <a:stretch>
            <a:fillRect/>
          </a:stretch>
        </p:blipFill>
        <p:spPr>
          <a:xfrm>
            <a:off x="1712675" y="1154100"/>
            <a:ext cx="3826950" cy="3485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ctrTitle"/>
          </p:nvPr>
        </p:nvSpPr>
        <p:spPr>
          <a:xfrm>
            <a:off x="0" y="131000"/>
            <a:ext cx="9222300" cy="1199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sz="2000"/>
              <a:t>8.  Display the last name and job title of all employees who do not have a manager.(hints: is</a:t>
            </a:r>
            <a:endParaRPr/>
          </a:p>
        </p:txBody>
      </p:sp>
      <p:pic>
        <p:nvPicPr>
          <p:cNvPr id="96" name="Google Shape;96;p19"/>
          <p:cNvPicPr preferRelativeResize="0"/>
          <p:nvPr/>
        </p:nvPicPr>
        <p:blipFill>
          <a:blip r:embed="rId3">
            <a:alphaModFix/>
          </a:blip>
          <a:stretch>
            <a:fillRect/>
          </a:stretch>
        </p:blipFill>
        <p:spPr>
          <a:xfrm>
            <a:off x="2103900" y="1443525"/>
            <a:ext cx="4624501" cy="3218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ctrTitle"/>
          </p:nvPr>
        </p:nvSpPr>
        <p:spPr>
          <a:xfrm>
            <a:off x="0" y="105225"/>
            <a:ext cx="8832300" cy="26919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Clr>
                <a:schemeClr val="dk1"/>
              </a:buClr>
              <a:buSzPts val="1100"/>
              <a:buFont typeface="Arial"/>
              <a:buNone/>
            </a:pPr>
            <a:r>
              <a:rPr lang="en" sz="2000"/>
              <a:t>7. Display the last name and hire date of every employee who was hired in 1994.(hints: like)</a:t>
            </a:r>
            <a:endParaRPr sz="2000"/>
          </a:p>
          <a:p>
            <a:pPr marL="0" lvl="0" indent="0" algn="ctr" rtl="0">
              <a:spcBef>
                <a:spcPts val="0"/>
              </a:spcBef>
              <a:spcAft>
                <a:spcPts val="0"/>
              </a:spcAft>
              <a:buClr>
                <a:schemeClr val="dk1"/>
              </a:buClr>
              <a:buSzPts val="1100"/>
              <a:buFont typeface="Arial"/>
              <a:buNone/>
            </a:pPr>
            <a:endParaRPr/>
          </a:p>
          <a:p>
            <a:pPr marL="0" lvl="0" indent="0" algn="ctr" rtl="0">
              <a:spcBef>
                <a:spcPts val="0"/>
              </a:spcBef>
              <a:spcAft>
                <a:spcPts val="0"/>
              </a:spcAft>
              <a:buClr>
                <a:schemeClr val="dk1"/>
              </a:buClr>
              <a:buSzPts val="1100"/>
              <a:buFont typeface="Arial"/>
              <a:buNone/>
            </a:pPr>
            <a:endParaRPr sz="2000"/>
          </a:p>
          <a:p>
            <a:pPr marL="0" lvl="0" indent="0" algn="ctr" rtl="0">
              <a:spcBef>
                <a:spcPts val="0"/>
              </a:spcBef>
              <a:spcAft>
                <a:spcPts val="0"/>
              </a:spcAft>
              <a:buNone/>
            </a:pPr>
            <a:endParaRPr sz="2000"/>
          </a:p>
        </p:txBody>
      </p:sp>
      <p:pic>
        <p:nvPicPr>
          <p:cNvPr id="102" name="Google Shape;102;p20"/>
          <p:cNvPicPr preferRelativeResize="0"/>
          <p:nvPr/>
        </p:nvPicPr>
        <p:blipFill>
          <a:blip r:embed="rId3">
            <a:alphaModFix/>
          </a:blip>
          <a:stretch>
            <a:fillRect/>
          </a:stretch>
        </p:blipFill>
        <p:spPr>
          <a:xfrm>
            <a:off x="1169297" y="1740634"/>
            <a:ext cx="5435699" cy="26661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243</Words>
  <Application>Microsoft Office PowerPoint</Application>
  <PresentationFormat>On-screen Show (16:9)</PresentationFormat>
  <Paragraphs>15</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Simple Light</vt:lpstr>
      <vt:lpstr>DATABASE MANAGEMENT SYSTEM CS23332</vt:lpstr>
      <vt:lpstr> 1. Create a query to display the last name and salary of employees earning more                than 12000.</vt:lpstr>
      <vt:lpstr>2. Create a query to display the employee last name and department number for employee number 176. </vt:lpstr>
      <vt:lpstr>4. Create a query to display the last name and salary of employees whose salary is not in the range of 5000 and 12000. (hints: not between ) </vt:lpstr>
      <vt:lpstr>5. Display the last name and department number of all employees in departments 20 and 50 in alphabetical order by name.(hints: in, orderby) </vt:lpstr>
      <vt:lpstr>6. Display the last name and salary of all employees who earn between 5000 and 12000 and are in departments 20 and 50 in alphabetical order by name. Label the columns EMPLOYEE,MONTHLY SALARY respectively.(hints: between, in)</vt:lpstr>
      <vt:lpstr>8.  Display the last name and job title of all employees who do not have a manager.(hints: is</vt:lpstr>
      <vt:lpstr>7. Display the last name and hire date of every employee who was hired in 1994.(hints: like)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Bose 16</dc:creator>
  <cp:lastModifiedBy>Bose 16</cp:lastModifiedBy>
  <cp:revision>1</cp:revision>
  <dcterms:modified xsi:type="dcterms:W3CDTF">2025-11-21T04:44:12Z</dcterms:modified>
</cp:coreProperties>
</file>