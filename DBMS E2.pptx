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882076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882076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b9882076e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b9882076e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b9882076e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b9882076e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b9882076e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b9882076e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a1af75a5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a1af75a5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1af75a5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1af75a5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a1af75a5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a1af75a5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1af75a5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1af75a5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1af75a5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1af75a5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 dirty="0"/>
              <a:t>DATABASE MANAGEMENT SYSTEM</a:t>
            </a:r>
            <a:endParaRPr sz="37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 dirty="0"/>
              <a:t>CS23332</a:t>
            </a:r>
            <a:endParaRPr sz="375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2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MANIPULATING DATA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6354304" y="3642000"/>
            <a:ext cx="266571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GANGA GOWRI  P</a:t>
            </a:r>
            <a:endParaRPr lang="en-IN"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241801070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Create MY_EMPLOYEE table with the following structure</a:t>
            </a:r>
            <a:endParaRPr sz="20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100" y="995225"/>
            <a:ext cx="5029426" cy="38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2. Add the first and second rows data to MY_EMPLOYEE table from the following sampledata.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4"/>
              <a:t>3. Display the table with values.</a:t>
            </a:r>
            <a:endParaRPr sz="2244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2425"/>
            <a:ext cx="8839201" cy="314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lang="en" sz="2222"/>
              <a:t>4. Populate the next two rows of data from the sample data. Concatenate the first letter of the first_name with the first seven characters of the last_name to produce Userid.</a:t>
            </a:r>
            <a:endParaRPr sz="222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400" y="1464250"/>
            <a:ext cx="4751714" cy="34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5. Make the data additions permanent.</a:t>
            </a:r>
            <a:endParaRPr sz="202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800" y="854450"/>
            <a:ext cx="739112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6. Change the last name of employee 3 to Drexler.</a:t>
            </a:r>
            <a:endParaRPr sz="200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250" y="1114425"/>
            <a:ext cx="538764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7. Change the salary to 1000 for all the employees with a salary less than 900.</a:t>
            </a:r>
            <a:endParaRPr sz="2000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950" y="1432325"/>
            <a:ext cx="7283825" cy="34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8. Delete Betty dancs from MY _EMPLOYEE table.</a:t>
            </a:r>
            <a:endParaRPr sz="2020"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75" y="1170125"/>
            <a:ext cx="800864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9. Empty the fourth row of the emp table.</a:t>
            </a:r>
            <a:endParaRPr sz="2020"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450" y="1017725"/>
            <a:ext cx="450387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</Words>
  <Application>Microsoft Office PowerPoint</Application>
  <PresentationFormat>On-screen Show (16:9)</PresentationFormat>
  <Paragraphs>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DATABASE MANAGEMENT SYSTEM CS23332</vt:lpstr>
      <vt:lpstr>1. Create MY_EMPLOYEE table with the following structure</vt:lpstr>
      <vt:lpstr>2. Add the first and second rows data to MY_EMPLOYEE table from the following sampledata. 3. Display the table with values.</vt:lpstr>
      <vt:lpstr>4. Populate the next two rows of data from the sample data. Concatenate the first letter of the first_name with the first seven characters of the last_name to produce Userid. </vt:lpstr>
      <vt:lpstr>5. Make the data additions permanent.</vt:lpstr>
      <vt:lpstr>6. Change the last name of employee 3 to Drexler.</vt:lpstr>
      <vt:lpstr>7. Change the salary to 1000 for all the employees with a salary less than 900.</vt:lpstr>
      <vt:lpstr>8. Delete Betty dancs from MY _EMPLOYEE table.</vt:lpstr>
      <vt:lpstr>9. Empty the fourth row of the emp table.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Bose 16</dc:creator>
  <cp:lastModifiedBy>Bose 16</cp:lastModifiedBy>
  <cp:revision>1</cp:revision>
  <dcterms:modified xsi:type="dcterms:W3CDTF">2025-11-21T04:40:56Z</dcterms:modified>
</cp:coreProperties>
</file>