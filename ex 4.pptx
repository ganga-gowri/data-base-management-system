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922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85b1fa9c4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85b1fa9c4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85b1fa9c4a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85b1fa9c4a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85b1fa9c4a_1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85b1fa9c4a_1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85b1fa9c4a_1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85b1fa9c4a_1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85b1fa9c4a_1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85b1fa9c4a_1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9cb20cbcb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9cb20cbcb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9cb20cbcbe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9cb20cbcbe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180800" y="0"/>
            <a:ext cx="8520600" cy="150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750"/>
              <a:t>DATABASE MANAGEMENT SYSTEM</a:t>
            </a:r>
            <a:endParaRPr sz="375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750"/>
              <a:t>CS23332</a:t>
            </a:r>
            <a:endParaRPr sz="375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77150" y="2064600"/>
            <a:ext cx="8520600" cy="101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EXERCISE 4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WRITING BASIC SQL SELECT STATEMENTS</a:t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1162700" y="3642000"/>
            <a:ext cx="7538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2"/>
                </a:solidFill>
              </a:rPr>
              <a:t> </a:t>
            </a:r>
            <a:r>
              <a:rPr lang="en" sz="1800" b="1" dirty="0">
                <a:solidFill>
                  <a:schemeClr val="dk1"/>
                </a:solidFill>
                <a:highlight>
                  <a:schemeClr val="lt1"/>
                </a:highlight>
              </a:rPr>
              <a:t>GANGA GOWRI  P</a:t>
            </a:r>
            <a:endParaRPr sz="1800" b="1" dirty="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  <a:highlight>
                  <a:schemeClr val="lt1"/>
                </a:highlight>
              </a:rPr>
              <a:t>241801070</a:t>
            </a:r>
            <a:endParaRPr sz="1800" b="1" dirty="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126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2. Show the structure of departments the table. Select all the data from it.</a:t>
            </a:r>
            <a:endParaRPr sz="2000"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22525"/>
            <a:ext cx="8066526" cy="2269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 rotWithShape="1">
          <a:blip r:embed="rId4">
            <a:alphaModFix/>
          </a:blip>
          <a:srcRect t="13464"/>
          <a:stretch/>
        </p:blipFill>
        <p:spPr>
          <a:xfrm>
            <a:off x="1187975" y="3291950"/>
            <a:ext cx="8066524" cy="1851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15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3. Create a query to display the last name, job code, hire date, and employee number for each employee, with employee number appearing first.</a:t>
            </a:r>
            <a:endParaRPr sz="3000"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121425"/>
            <a:ext cx="8839200" cy="25973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>
            <a:off x="147350" y="0"/>
            <a:ext cx="8685000" cy="45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4. Provide an alias STARTDATE for the hire date.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350" y="795500"/>
            <a:ext cx="8063501" cy="297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5. Create a query to display unique job codes from the employee table.</a:t>
            </a:r>
            <a:endParaRPr sz="3000"/>
          </a:p>
        </p:txBody>
      </p:sp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7343775" cy="374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199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6. Display the last name concatenated with the job ID , separated by a comma and space, and name  the column EMPLOYEE and TITLE.</a:t>
            </a:r>
            <a:endParaRPr sz="18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7" name="Google Shape;87;p18"/>
          <p:cNvPicPr preferRelativeResize="0"/>
          <p:nvPr/>
        </p:nvPicPr>
        <p:blipFill rotWithShape="1">
          <a:blip r:embed="rId3">
            <a:alphaModFix/>
          </a:blip>
          <a:srcRect t="30934"/>
          <a:stretch/>
        </p:blipFill>
        <p:spPr>
          <a:xfrm>
            <a:off x="779000" y="926875"/>
            <a:ext cx="5055802" cy="1923276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8"/>
          <p:cNvSpPr txBox="1"/>
          <p:nvPr/>
        </p:nvSpPr>
        <p:spPr>
          <a:xfrm>
            <a:off x="261075" y="3211425"/>
            <a:ext cx="6932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>
            <a:spLocks noGrp="1"/>
          </p:cNvSpPr>
          <p:nvPr>
            <p:ph type="title"/>
          </p:nvPr>
        </p:nvSpPr>
        <p:spPr>
          <a:xfrm>
            <a:off x="248025" y="91375"/>
            <a:ext cx="8584200" cy="92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1820"/>
              <a:t>7. Create a query to display all the data from the employees table. Separate each column by a comma. Name the column THE_OUTPUT</a:t>
            </a:r>
            <a:endParaRPr sz="2720"/>
          </a:p>
        </p:txBody>
      </p:sp>
      <p:sp>
        <p:nvSpPr>
          <p:cNvPr id="94" name="Google Shape;94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95" name="Google Shape;95;p19"/>
          <p:cNvPicPr preferRelativeResize="0"/>
          <p:nvPr/>
        </p:nvPicPr>
        <p:blipFill rotWithShape="1">
          <a:blip r:embed="rId3">
            <a:alphaModFix/>
          </a:blip>
          <a:srcRect l="61675" t="14704"/>
          <a:stretch/>
        </p:blipFill>
        <p:spPr>
          <a:xfrm>
            <a:off x="2728400" y="1033037"/>
            <a:ext cx="3504425" cy="365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</Words>
  <Application>Microsoft Office PowerPoint</Application>
  <PresentationFormat>On-screen Show (16:9)</PresentationFormat>
  <Paragraphs>13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Simple Light</vt:lpstr>
      <vt:lpstr>DATABASE MANAGEMENT SYSTEM CS23332</vt:lpstr>
      <vt:lpstr>2. Show the structure of departments the table. Select all the data from it.</vt:lpstr>
      <vt:lpstr>3. Create a query to display the last name, job code, hire date, and employee number for each employee, with employee number appearing first.</vt:lpstr>
      <vt:lpstr>PowerPoint Presentation</vt:lpstr>
      <vt:lpstr>5. Create a query to display unique job codes from the employee table.</vt:lpstr>
      <vt:lpstr>6. Display the last name concatenated with the job ID , separated by a comma and space, and name  the column EMPLOYEE and TITLE. </vt:lpstr>
      <vt:lpstr>7. Create a query to display all the data from the employees table. Separate each column by a comma. Name the column THE_OUTPUT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Bose 16</dc:creator>
  <cp:lastModifiedBy>Bose 16</cp:lastModifiedBy>
  <cp:revision>1</cp:revision>
  <dcterms:modified xsi:type="dcterms:W3CDTF">2025-11-21T04:47:10Z</dcterms:modified>
</cp:coreProperties>
</file>